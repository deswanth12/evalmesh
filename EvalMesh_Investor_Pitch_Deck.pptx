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0" y="1097280"/>
            <a:ext cx="9994392" cy="466344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1645920"/>
            <a:ext cx="8869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0FF"/>
                </a:solidFill>
              </a:defRPr>
            </a:pPr>
            <a:r>
              <a:t>SERIES SEED PITCH DECK</a:t>
            </a:r>
          </a:p>
          <a:p>
            <a:pPr>
              <a:defRPr sz="5200" b="1">
                <a:solidFill>
                  <a:srgbClr val="F9FAFB"/>
                </a:solidFill>
              </a:defRPr>
            </a:pPr>
            <a:r>
              <a:t>EvalMesh</a:t>
            </a:r>
          </a:p>
          <a:p>
            <a:pPr>
              <a:defRPr sz="2400" b="1">
                <a:solidFill>
                  <a:srgbClr val="3B82F6"/>
                </a:solidFill>
              </a:defRPr>
            </a:pPr>
            <a:r>
              <a:t>AI Gateway for Secure &amp; Reliable Agent Deployment</a:t>
            </a:r>
          </a:p>
          <a:p>
            <a:br/>
            <a:pPr>
              <a:defRPr sz="1600">
                <a:solidFill>
                  <a:srgbClr val="9CA3AF"/>
                </a:solidFill>
              </a:defRPr>
            </a:pPr>
            <a:r>
              <a:t>Cloudflare + GitHub Actions for Autonomous AI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01 / 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9FAFB"/>
                </a:solidFill>
              </a:defRPr>
            </a:pPr>
            <a:r>
              <a:t>The Problem: Autonomous Agents Break in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💸 Runaway API Billing Spikes</a:t>
            </a:r>
          </a:p>
          <a:p>
            <a:br/>
            <a:pPr>
              <a:defRPr sz="1500" b="1">
                <a:solidFill>
                  <a:srgbClr val="F9FAFB"/>
                </a:solidFill>
              </a:defRPr>
            </a:pPr>
            <a:r>
              <a:t>$2,000+ Surprise Bills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Recursive agent loops execute 500+ calls overnight without safety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🔓 Security &amp; PII Data Leaks</a:t>
            </a:r>
          </a:p>
          <a:p>
            <a:br/>
            <a:pPr>
              <a:defRPr sz="1500" b="1">
                <a:solidFill>
                  <a:srgbClr val="F9FAFB"/>
                </a:solidFill>
              </a:defRPr>
            </a:pPr>
            <a:r>
              <a:t>Zero PII Redaction Egress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Prompt injection jailbreaks trick bots into leaking system secrets &amp; SSNs.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💥 Silent Model Output Drift</a:t>
            </a:r>
          </a:p>
          <a:p>
            <a:br/>
            <a:pPr>
              <a:defRPr sz="1500" b="1">
                <a:solidFill>
                  <a:srgbClr val="F9FAFB"/>
                </a:solidFill>
              </a:defRPr>
            </a:pPr>
            <a:r>
              <a:t>Broken Downstream Schema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Upstream model updates alter JSON outputs, crashing client applications.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02 /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9FAFB"/>
                </a:solidFill>
              </a:defRPr>
            </a:pPr>
            <a:r>
              <a:t>The Solution: EvalMesh Zero-Trust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🛡️ Cloudflare for AI</a:t>
            </a:r>
          </a:p>
          <a:p>
            <a:br/>
            <a:pPr>
              <a:defRPr sz="1500" b="1">
                <a:solidFill>
                  <a:srgbClr val="F9FAFB"/>
                </a:solidFill>
              </a:defRPr>
            </a:pPr>
            <a:r>
              <a:t>&lt;15ms Proxy Guardrail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Inline proxy enforcing real-time WAF, PII DLP redactor, and tool RBAC.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⚡ Cost Circuit Breaker</a:t>
            </a:r>
          </a:p>
          <a:p>
            <a:br/>
            <a:pPr>
              <a:defRPr sz="1500" b="1">
                <a:solidFill>
                  <a:srgbClr val="F9FAFB"/>
                </a:solidFill>
              </a:defRPr>
            </a:pPr>
            <a:r>
              <a:t>60-90% Cost Reduction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Semantic cache (3ms, $0) + automatic circuit breaker killing loops at depth &gt; 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🔄 GitHub Actions for AI</a:t>
            </a:r>
          </a:p>
          <a:p>
            <a:br/>
            <a:pPr>
              <a:defRPr sz="1500" b="1">
                <a:solidFill>
                  <a:srgbClr val="F9FAFB"/>
                </a:solidFill>
              </a:defRPr>
            </a:pPr>
            <a:r>
              <a:t>Continuous Evaluation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Detects semantic output drift &amp; auto-corrects malformed JSON schema outputs.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03 /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9FAFB"/>
                </a:solidFill>
              </a:defRPr>
            </a:pPr>
            <a:r>
              <a:t>Architecture: In-Line Sidecar Proxy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5912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CLIENT APPLICATION (Python SDK / TypeScript SDK / cURL REST)</a:t>
            </a:r>
          </a:p>
          <a:p>
            <a:pPr>
              <a:defRPr sz="1400">
                <a:solidFill>
                  <a:srgbClr val="F9FAFB"/>
                </a:solidFill>
                <a:latin typeface="JetBrains Mono"/>
              </a:defRPr>
            </a:pPr>
            <a:r>
              <a:t>                       │</a:t>
            </a:r>
            <a:br/>
            <a:r>
              <a:t>                       ▼</a:t>
            </a:r>
            <a:br/>
            <a:r>
              <a:t>[ 1. Inbound Security Pipeline ]  ──► PII DLP Redactor + Prompt WAF + Tool RBAC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[ 2. Proxy Execution Engine ]   ──► Semantic Cache (3ms, $0) + Smart Cost Router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[ 3. Upstream Provider Egress ] ──► OpenAI / Anthropic / DeepSeek HA Failover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[ 4. Observability &amp; Evals ]   ──► OpenTelemetry Spans + Golden Datasets + Control Panel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04 / PRODUCT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9FAFB"/>
                </a:solidFill>
              </a:defRPr>
            </a:pPr>
            <a:r>
              <a:t>16-Module Core Engine Capability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00584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✅ PII DLP Redactor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Redacts Emails, SSNs, Credit Cards, IPs inline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100584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737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✅ Prompt Injection WAF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Blocks jailbreak signatures &amp; system overrides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120640" cy="100584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✅ Tool RBAC Enforcer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Restricts API tool execution by agent role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788920"/>
            <a:ext cx="5120640" cy="100584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880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✅ Cost Circuit Breaker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Terminates runaway loops at depth &gt; 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100584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✅ Semantic Cache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Serves 80%+ similar prompts in &lt;5ms @ $0 cost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931920"/>
            <a:ext cx="5120640" cy="100584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23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✅ Smart Cost Router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Downgrades simple prompts to 15x cheaper GPT-4o-mini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5120640" cy="100584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166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✅ HA Provider Failover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Auto-routes to Anthropic during OpenAI outages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074920"/>
            <a:ext cx="5120640" cy="1005840"/>
          </a:xfrm>
          <a:prstGeom prst="roundRect">
            <a:avLst/>
          </a:prstGeom>
          <a:solidFill>
            <a:srgbClr val="111827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5166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✅ Auto-Healing Retries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Self-corrects malformed JSON outputs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05 / ENTERPRISE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9FAFB"/>
                </a:solidFill>
              </a:defRPr>
            </a:pPr>
            <a:r>
              <a:t>Enterprise Compliance &amp; Governance Readiness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🛡️ SOC 2 Type II:  SHA-256 tamper-proof audit trail log exporter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🔒 GDPR Compliance:  In-line data minimization &amp; right-to-be-forgotten cleaner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🏥 HIPAA BAA Ready:  Scrubs Medical Record Numbers (MRN) &amp; health identifiers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🔑 SAML 2.0 / SSO:  Validates Okta &amp; Auth0 enterprise identity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FAFB"/>
                </a:solidFill>
              </a:defRPr>
            </a:pPr>
            <a:r>
              <a:t>☸️ Kubernetes Gateway:  HPA autoscaling deployment spec (k8s-deployment.yaml)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06 /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9FAFB"/>
                </a:solidFill>
              </a:defRPr>
            </a:pPr>
            <a:r>
              <a:t>Market Opportunity: $50B AI Infrastructure Frontier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0FF"/>
                </a:solidFill>
              </a:defRPr>
            </a:pPr>
            <a:r>
              <a:t>$50 Billion</a:t>
            </a:r>
          </a:p>
          <a:p>
            <a:br/>
            <a:pPr>
              <a:defRPr sz="1600" b="1">
                <a:solidFill>
                  <a:srgbClr val="F9FAFB"/>
                </a:solidFill>
              </a:defRPr>
            </a:pPr>
            <a:r>
              <a:t>Total Addressable Market (TAM)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Enterprise AI security, governance, and infrastructure proxy sidecars by 2028.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0FF"/>
                </a:solidFill>
              </a:defRPr>
            </a:pPr>
            <a:r>
              <a:t>400% YoY</a:t>
            </a:r>
          </a:p>
          <a:p>
            <a:br/>
            <a:pPr>
              <a:defRPr sz="1600" b="1">
                <a:solidFill>
                  <a:srgbClr val="F9FAFB"/>
                </a:solidFill>
              </a:defRPr>
            </a:pPr>
            <a:r>
              <a:t>AI Agent Adoption Growth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Over 80% of Fortune 500 enterprises are deploying autonomous AI agents in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291840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0FF"/>
                </a:solidFill>
              </a:defRPr>
            </a:pPr>
            <a:r>
              <a:t>60-90% ROI</a:t>
            </a:r>
          </a:p>
          <a:p>
            <a:br/>
            <a:pPr>
              <a:defRPr sz="1600" b="1">
                <a:solidFill>
                  <a:srgbClr val="F9FAFB"/>
                </a:solidFill>
              </a:defRPr>
            </a:pPr>
            <a:r>
              <a:t>Direct API Dollar Savings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EvalMesh pays for itself instantly via semantic prompt caching &amp; cost routing.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07 / MONETIZATION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9FAFB"/>
                </a:solidFill>
              </a:defRPr>
            </a:pPr>
            <a:r>
              <a:t>Business Model &amp; Tiered Monetization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Starter</a:t>
            </a:r>
          </a:p>
          <a:p>
            <a:pPr>
              <a:defRPr sz="2600" b="1">
                <a:solidFill>
                  <a:srgbClr val="F9FAFB"/>
                </a:solidFill>
              </a:defRPr>
            </a:pPr>
            <a:r>
              <a:t>$0 / mo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100k req/mo</a:t>
            </a:r>
            <a:br/>
            <a:r>
              <a:t>PII Redactor</a:t>
            </a:r>
            <a:br/>
            <a:r>
              <a:t>Prompt WAF</a:t>
            </a:r>
            <a:br/>
            <a:r>
              <a:t>Web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</a:defRPr>
            </a:pPr>
            <a:r>
              <a:t>Pro</a:t>
            </a:r>
          </a:p>
          <a:p>
            <a:pPr>
              <a:defRPr sz="2600" b="1">
                <a:solidFill>
                  <a:srgbClr val="F9FAFB"/>
                </a:solidFill>
              </a:defRPr>
            </a:pPr>
            <a:r>
              <a:t>$49 / mo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1M req/mo</a:t>
            </a:r>
            <a:br/>
            <a:r>
              <a:t>Semantic Cache</a:t>
            </a:r>
            <a:br/>
            <a:r>
              <a:t>Smart Cost Router</a:t>
            </a:r>
            <a:br/>
            <a:r>
              <a:t>Auto-Healing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5CF6"/>
                </a:solidFill>
              </a:defRPr>
            </a:pPr>
            <a:r>
              <a:t>Team</a:t>
            </a:r>
          </a:p>
          <a:p>
            <a:pPr>
              <a:defRPr sz="2600" b="1">
                <a:solidFill>
                  <a:srgbClr val="F9FAFB"/>
                </a:solidFill>
              </a:defRPr>
            </a:pPr>
            <a:r>
              <a:t>$299 / mo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10M req/mo</a:t>
            </a:r>
            <a:br/>
            <a:r>
              <a:t>OTel Exporter</a:t>
            </a:r>
            <a:br/>
            <a:r>
              <a:t>Multi-Model Router</a:t>
            </a:r>
            <a:br/>
            <a:r>
              <a:t>Priority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F0FF"/>
                </a:solidFill>
              </a:defRPr>
            </a:pPr>
            <a:r>
              <a:t>Enterprise</a:t>
            </a:r>
          </a:p>
          <a:p>
            <a:pPr>
              <a:defRPr sz="2600" b="1">
                <a:solidFill>
                  <a:srgbClr val="F9FAFB"/>
                </a:solidFill>
              </a:defRPr>
            </a:pPr>
            <a:r>
              <a:t>Custom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Unlimited req</a:t>
            </a:r>
            <a:br/>
            <a:r>
              <a:t>Dedicated VPC</a:t>
            </a:r>
            <a:br/>
            <a:r>
              <a:t>SLA Guarantee</a:t>
            </a:r>
            <a:br/>
            <a:r>
              <a:t>24/7 Support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08 / TRACTION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9FAFB"/>
                </a:solidFill>
              </a:defRPr>
            </a:pPr>
            <a:r>
              <a:t>Production Readiness: 100% Operational Codebase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5912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SYSTEM-WIDE AUTOMATED TEST SUITE: 16/16 CHECKS PASSED (100%)</a:t>
            </a:r>
          </a:p>
          <a:p>
            <a:br/>
            <a:pPr>
              <a:defRPr sz="1500">
                <a:solidFill>
                  <a:srgbClr val="F9FAFB"/>
                </a:solidFill>
              </a:defRPr>
            </a:pPr>
            <a:r>
              <a:t> • Live Investor Demo Script : python live_demo.py</a:t>
            </a:r>
            <a:br/>
            <a:r>
              <a:t> • 16-Module Audit Suite     : python -m evalmesh.verify_all</a:t>
            </a:r>
            <a:br/>
            <a:r>
              <a:t> • Open-Source GitHub Repo   : https://github.com/deswanth12/EvalMesh</a:t>
            </a:r>
            <a:br/>
            <a:r>
              <a:t> • Interactive Web Dashboard : http://localhost:8000</a:t>
            </a:r>
            <a:br/>
            <a:r>
              <a:t> • Docker &amp; k8s Deployment   : Dockerfile &amp; k8s-deployment.yaml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0" y="1097280"/>
            <a:ext cx="9994392" cy="466344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1645920"/>
            <a:ext cx="8869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9FAFB"/>
                </a:solidFill>
              </a:defRPr>
            </a:pPr>
            <a:r>
              <a:t>Join the Future of AI Reliability</a:t>
            </a:r>
          </a:p>
          <a:p>
            <a:pPr>
              <a:defRPr sz="2200" b="1">
                <a:solidFill>
                  <a:srgbClr val="00F0FF"/>
                </a:solidFill>
              </a:defRPr>
            </a:pPr>
            <a:r>
              <a:t>EvalMesh — AI Gateway for Secure &amp; Reliable Agent Deployment</a:t>
            </a:r>
          </a:p>
          <a:p>
            <a:br/>
            <a:pPr>
              <a:defRPr sz="1600">
                <a:solidFill>
                  <a:srgbClr val="9CA3AF"/>
                </a:solidFill>
              </a:defRPr>
            </a:pPr>
            <a:r>
              <a:t>GitHub Repository : https://github.com/deswanth12/EvalMesh</a:t>
            </a:r>
            <a:br/>
            <a:r>
              <a:t>Live Dashboard    : http://localhost:8000</a:t>
            </a:r>
            <a:br/>
            <a:r>
              <a:t>Contact Email     : founder@evalmesh.io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