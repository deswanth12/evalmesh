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45752" cy="4114800"/>
          </a:xfrm>
          <a:prstGeom prst="roundRect">
            <a:avLst/>
          </a:prstGeom>
          <a:solidFill>
            <a:srgbClr val="0D1322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13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8FAFC"/>
                </a:solidFill>
              </a:defRPr>
            </a:pPr>
            <a:r>
              <a:t>🛡️ EvalMesh</a:t>
            </a:r>
          </a:p>
          <a:p>
            <a:pPr>
              <a:defRPr sz="2400" b="1">
                <a:solidFill>
                  <a:srgbClr val="06B6D4"/>
                </a:solidFill>
              </a:defRPr>
            </a:pPr>
            <a:r>
              <a:t>AI Gateway for Secure &amp; Reliable Agent Deployment</a:t>
            </a:r>
          </a:p>
          <a:p>
            <a:br/>
            <a:pPr>
              <a:defRPr sz="1600">
                <a:solidFill>
                  <a:srgbClr val="94A3B8"/>
                </a:solidFill>
              </a:defRPr>
            </a:pPr>
            <a:r>
              <a:t>Cloudflare + GitHub Actions for Autonomous AI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EVALMESH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Problem: Autonomous AI Agents in Production are Vulnerable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0D132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F4444"/>
                </a:solidFill>
              </a:defRPr>
            </a:pPr>
            <a:r>
              <a:t>💸 Runaway API Bills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Buggy agent loops execute 500+ calls overnight, causing surprise $2,000+ API bill spikes per session.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389120"/>
          </a:xfrm>
          <a:prstGeom prst="roundRect">
            <a:avLst/>
          </a:prstGeom>
          <a:solidFill>
            <a:srgbClr val="0D132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F4444"/>
                </a:solidFill>
              </a:defRPr>
            </a:pPr>
            <a:r>
              <a:t>🔓 Security &amp; PII Leaks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Prompt injection jailbreaks trick bots into leaking system secrets or sensitive customer PII (Emails, SSNs, Credit Cards).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291840" cy="4389120"/>
          </a:xfrm>
          <a:prstGeom prst="roundRect">
            <a:avLst/>
          </a:prstGeom>
          <a:solidFill>
            <a:srgbClr val="0D132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F4444"/>
                </a:solidFill>
              </a:defRPr>
            </a:pPr>
            <a:r>
              <a:t>💥 Silent Output Drift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Upstream LLM updates change JSON schema outputs without warning, breaking production client applications.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EVALMESH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The Solution: EvalMesh Zero-Trust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0D13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🛡️ Cloudflare for AI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Inline reverse proxy sidecar (&lt;15ms) enforcing real-time WAF firewall, PII DLP redactor, and tool RBAC.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91840" cy="4389120"/>
          </a:xfrm>
          <a:prstGeom prst="roundRect">
            <a:avLst/>
          </a:prstGeom>
          <a:solidFill>
            <a:srgbClr val="0D13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⚡ Cost Circuit Breaker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Semantic cache answering queries in 3ms for $0 cost + auto-killing runaway agent loops at message depth 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291840" cy="4389120"/>
          </a:xfrm>
          <a:prstGeom prst="roundRect">
            <a:avLst/>
          </a:prstGeom>
          <a:solidFill>
            <a:srgbClr val="0D13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92024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🔄 GitHub Actions for AI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Continuous evaluation harness detecting semantic output drift &amp; auto-correcting malformed JSON schema outputs.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EVALMESH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Architecture: In-Line Sidecar Proxy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5912" cy="438912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6B6D4"/>
                </a:solidFill>
              </a:defRPr>
            </a:pPr>
            <a:r>
              <a:t>CLIENT APPLICATION (Python / TypeScript / REST cURL)</a:t>
            </a:r>
          </a:p>
          <a:p>
            <a:pPr>
              <a:defRPr sz="1400">
                <a:solidFill>
                  <a:srgbClr val="F8FAFC"/>
                </a:solidFill>
                <a:latin typeface="JetBrains Mono"/>
              </a:defRPr>
            </a:pPr>
            <a:r>
              <a:t>                       │</a:t>
            </a:r>
            <a:br/>
            <a:r>
              <a:t>                       ▼</a:t>
            </a:r>
            <a:br/>
            <a:r>
              <a:t>[ 1. Inbound Security Pipeline ]  ──► PII DLP Redactor + Prompt WAF + Tool RBAC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[ 2. Proxy Execution Engine ]   ──► Semantic Cache (3ms, $0) + Smart Cost Router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[ 3. Upstream Provider Egress ] ──► OpenAI / Anthropic / DeepSeek HA Failover</a:t>
            </a:r>
            <a:br/>
            <a:r>
              <a:t>                       │</a:t>
            </a:r>
            <a:br/>
            <a:r>
              <a:t>                       ▼</a:t>
            </a:r>
            <a:br/>
            <a:r>
              <a:t>[ 4. Observability &amp; Evals ]   ──► OpenTelemetry Spans + Golden Datasets + Control Panel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EVALMESH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16-Module Core Engine Capability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00584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✅ PII DLP Redactor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Redacts Emails, SSNs, Credit Cards, IPs inline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100584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737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✅ Prompt Injection WAF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Blocks jailbreak signatures &amp; system overrides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120640" cy="100584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✅ Tool RBAC Enforcer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Restricts API tool execution by agent role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788920"/>
            <a:ext cx="5120640" cy="100584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880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✅ Cost Circuit Breaker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Terminates runaway loops at depth &gt; 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100584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✅ Semantic Cache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Serves 80%+ similar prompts in &lt;5ms @ $0 cost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931920"/>
            <a:ext cx="5120640" cy="100584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23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✅ Smart Cost Router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Downgrades simple prompts to 15x cheaper GPT-4o-mini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74920"/>
            <a:ext cx="5120640" cy="100584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166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✅ HA Provider Failover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Auto-routes to Anthropic during OpenAI outages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074920"/>
            <a:ext cx="5120640" cy="100584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51663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✅ Auto-Healing Retries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Self-corrects malformed JSON outputs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EVALMESH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Enterprise Compliance &amp; Governance Readiness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5912" cy="777240"/>
          </a:xfrm>
          <a:prstGeom prst="roundRect">
            <a:avLst/>
          </a:prstGeom>
          <a:solidFill>
            <a:srgbClr val="0D1322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🛡️ SOC 2 Type II:  SHA-256 tamper-proof audit trail log exporter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725912" cy="777240"/>
          </a:xfrm>
          <a:prstGeom prst="roundRect">
            <a:avLst/>
          </a:prstGeom>
          <a:solidFill>
            <a:srgbClr val="0D1322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🔒 GDPR Compliance:  In-line data minimization &amp; right-to-be-forgotten cleaner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725912" cy="777240"/>
          </a:xfrm>
          <a:prstGeom prst="roundRect">
            <a:avLst/>
          </a:prstGeom>
          <a:solidFill>
            <a:srgbClr val="0D1322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🏥 HIPAA BAA Ready:  Scrubs Medical Record Numbers (MRN) &amp; health identifiers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10725912" cy="777240"/>
          </a:xfrm>
          <a:prstGeom prst="roundRect">
            <a:avLst/>
          </a:prstGeom>
          <a:solidFill>
            <a:srgbClr val="0D1322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🔑 SAML 2.0 / SSO:  Validates Okta &amp; Auth0 enterprise identity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725912" cy="777240"/>
          </a:xfrm>
          <a:prstGeom prst="roundRect">
            <a:avLst/>
          </a:prstGeom>
          <a:solidFill>
            <a:srgbClr val="0D1322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☸️ Kubernetes Gateway:  HPA autoscaling deployment spec (k8s-deployment.yaml)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EVALMESH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Business Model &amp; Tiered Monetization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0D1322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Starter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$0 / mo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100k req/mo</a:t>
            </a:r>
            <a:br/>
            <a:r>
              <a:t>PII Redactor</a:t>
            </a:r>
            <a:br/>
            <a:r>
              <a:t>Prompt WAF</a:t>
            </a:r>
            <a:br/>
            <a:r>
              <a:t>Web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0D132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</a:defRPr>
            </a:pPr>
            <a:r>
              <a:t>Pro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$49 / mo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1M req/mo</a:t>
            </a:r>
            <a:br/>
            <a:r>
              <a:t>Semantic Cache</a:t>
            </a:r>
            <a:br/>
            <a:r>
              <a:t>Smart Cost Router</a:t>
            </a:r>
            <a:br/>
            <a:r>
              <a:t>Auto-Healing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0D1322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B5CF6"/>
                </a:solidFill>
              </a:defRPr>
            </a:pPr>
            <a:r>
              <a:t>Team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$299 / mo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10M req/mo</a:t>
            </a:r>
            <a:br/>
            <a:r>
              <a:t>OTel Exporter</a:t>
            </a:r>
            <a:br/>
            <a:r>
              <a:t>Multi-Model Router</a:t>
            </a:r>
            <a:br/>
            <a:r>
              <a:t>Priority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0D1322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82880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B6D4"/>
                </a:solidFill>
              </a:defRPr>
            </a:pPr>
            <a:r>
              <a:t>Enterprise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Custom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Unlimited req</a:t>
            </a:r>
            <a:br/>
            <a:r>
              <a:t>Dedicated VPC</a:t>
            </a:r>
            <a:br/>
            <a:r>
              <a:t>SLA Guarantee</a:t>
            </a:r>
            <a:br/>
            <a:r>
              <a:t>24/7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EVALMESH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Competitive Moat: Why EvalMesh Wins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920240"/>
          </a:xfrm>
          <a:prstGeom prst="roundRect">
            <a:avLst/>
          </a:prstGeom>
          <a:solidFill>
            <a:srgbClr val="0D132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⚡ 60-90% Cost Reduction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Semantic caching + prompt complexity classifier slashes API costs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1920240"/>
          </a:xfrm>
          <a:prstGeom prst="roundRect">
            <a:avLst/>
          </a:prstGeom>
          <a:solidFill>
            <a:srgbClr val="0D132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🛡️ Zero-Trust Security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Inline WAF &amp; PII redactor protects customer privacy before egress.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1920240"/>
          </a:xfrm>
          <a:prstGeom prst="roundRect">
            <a:avLst/>
          </a:prstGeom>
          <a:solidFill>
            <a:srgbClr val="0D132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⏱️ Sub-15ms Latency SLA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Ultra-fast proxy sidecar built for production high-concurrency workloads.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931920"/>
            <a:ext cx="5120640" cy="1920240"/>
          </a:xfrm>
          <a:prstGeom prst="roundRect">
            <a:avLst/>
          </a:prstGeom>
          <a:solidFill>
            <a:srgbClr val="0D132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4114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🎬 3-Minute Live Demo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Proves real-time WAF blocks, loop termination, and auto-healing 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EVALMESH INVESTOR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100% Operational &amp; Verified Codebase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5912" cy="4389120"/>
          </a:xfrm>
          <a:prstGeom prst="roundRect">
            <a:avLst/>
          </a:prstGeom>
          <a:solidFill>
            <a:srgbClr val="0D1322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SYSTEM-WIDE AUTOMATED TEST SUITE: 16/16 CHECKS PASSED (100%)</a:t>
            </a:r>
          </a:p>
          <a:p>
            <a:br/>
            <a:pPr>
              <a:defRPr sz="1500">
                <a:solidFill>
                  <a:srgbClr val="F8FAFC"/>
                </a:solidFill>
              </a:defRPr>
            </a:pPr>
            <a:r>
              <a:t> • Live Investor Demo Script : python live_demo.py</a:t>
            </a:r>
            <a:br/>
            <a:r>
              <a:t> • 16-Module Audit Suite     : python -m evalmesh.verify_all</a:t>
            </a:r>
            <a:br/>
            <a:r>
              <a:t> • Open-Source GitHub Repo   : https://github.com/deswanth12/EvalMesh</a:t>
            </a:r>
            <a:br/>
            <a:r>
              <a:t> • Interactive Web Dashboard : http://localhost:8000</a:t>
            </a:r>
            <a:br/>
            <a:r>
              <a:t> • Docker &amp; k8s Deployment   : Dockerfile &amp; k8s-deployment.yaml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45752" cy="4114800"/>
          </a:xfrm>
          <a:prstGeom prst="roundRect">
            <a:avLst/>
          </a:prstGeom>
          <a:solidFill>
            <a:srgbClr val="0D1322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13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8FAFC"/>
                </a:solidFill>
              </a:defRPr>
            </a:pPr>
            <a:r>
              <a:t>Join the Future of AI Reliability</a:t>
            </a:r>
          </a:p>
          <a:p>
            <a:pPr>
              <a:defRPr sz="2200" b="1">
                <a:solidFill>
                  <a:srgbClr val="06B6D4"/>
                </a:solidFill>
              </a:defRPr>
            </a:pPr>
            <a:r>
              <a:t>EvalMesh — AI Gateway for Secure &amp; Reliable Agent Deployment</a:t>
            </a:r>
          </a:p>
          <a:p>
            <a:br/>
            <a:pPr>
              <a:defRPr sz="1600">
                <a:solidFill>
                  <a:srgbClr val="94A3B8"/>
                </a:solidFill>
              </a:defRPr>
            </a:pPr>
            <a:r>
              <a:t>GitHub: https://github.com/deswanth12/EvalMesh</a:t>
            </a:r>
            <a:br/>
            <a:r>
              <a:t>Contact: founder@evalmesh.io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