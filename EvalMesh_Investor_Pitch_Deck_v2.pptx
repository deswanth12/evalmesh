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50292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SERIES SEED PITCH DECK  •  2026 EDITION</a:t>
            </a:r>
          </a:p>
          <a:p>
            <a:pPr>
              <a:defRPr sz="5400" b="1">
                <a:solidFill>
                  <a:srgbClr val="FFFFFF"/>
                </a:solidFill>
              </a:defRPr>
            </a:pPr>
            <a:r>
              <a:t>🛡️ EvalMesh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AI Gateway for Secure &amp; Reliable Agent Deployment</a:t>
            </a:r>
          </a:p>
          <a:p>
            <a:br/>
            <a:pPr>
              <a:defRPr sz="1800" b="1">
                <a:solidFill>
                  <a:srgbClr val="FFFFFF"/>
                </a:solidFill>
              </a:defRPr>
            </a:pPr>
            <a:r>
              <a:t>Cloudflare + GitHub Actions for Autonomous AI Agents</a:t>
            </a:r>
          </a:p>
          <a:p>
            <a:br/>
            <a:pPr>
              <a:defRPr sz="1300">
                <a:solidFill>
                  <a:srgbClr val="00F0FF"/>
                </a:solidFill>
              </a:defRPr>
            </a:pPr>
            <a:r>
              <a:t>Website: http://localhost:8000   │   GitHub: github.com/deswanth12/EvalMesh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01 /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Autonomous AI Agents Break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EvalMesh | AI Gateway for Secure &amp; Reliable Agent Deployment   •   Slide 2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19272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💸 Runaway Billing Spikes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$2,000+ Surprise Bills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Recursive agent loops execute 500+ calls overnight without safety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319272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🔓 Security &amp; PII Leaks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Zero PII Redaction Egress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Prompt injection jailbreaks trick bots into leaking system secrets &amp; SSNs.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319272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💥 Silent Output Drift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Broken Downstream Schema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Upstream model updates alter JSON outputs, crashing client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02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Solution: EvalMesh Zero-Trust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EvalMesh | AI Gateway for Secure &amp; Reliable Agent Deployment   •   Slide 3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19272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🛡️ Cloudflare for AI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&lt;15ms Proxy Guardrail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Inline proxy enforcing real-time WAF, PII DLP redactor, and tool RBAC.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319272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⚡ Cost Circuit Breaker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60-90% Cost Reduction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Semantic cache (3ms, $0) + automatic circuit breaker killing loops at depth &gt; 25.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319272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🔄 GitHub Actions for AI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Continuous Evaluation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Detects semantic output drift &amp; auto-corrects malformed JSON schema outputs.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03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Architecture: In-Line Sidecar Proxy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EvalMesh | AI Gateway for Secure &amp; Reliable Agent Deployment   •   Slide 4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CLIENT APPLICATION (Python SDK / TypeScript SDK / cURL REST)</a:t>
            </a:r>
          </a:p>
          <a:p>
            <a:pPr>
              <a:defRPr sz="1400">
                <a:solidFill>
                  <a:srgbClr val="FFFFFF"/>
                </a:solidFill>
                <a:latin typeface="JetBrains Mono"/>
              </a:defRPr>
            </a:pPr>
            <a:r>
              <a:t>                       │</a:t>
            </a:r>
            <a:br/>
            <a:r>
              <a:t>                       ▼</a:t>
            </a:r>
            <a:br/>
            <a:r>
              <a:t>[ 1. Inbound Security Pipeline ]  ──► PII DLP Redactor + Prompt WAF + Tool RBAC</a:t>
            </a:r>
            <a:br/>
            <a:r>
              <a:t>                       │</a:t>
            </a:r>
            <a:br/>
            <a:r>
              <a:t>                       ▼</a:t>
            </a:r>
            <a:br/>
            <a:r>
              <a:t>[ 2. Proxy Execution Engine ]   ──► Semantic Cache (3ms, $0) + Smart Cost Router</a:t>
            </a:r>
            <a:br/>
            <a:r>
              <a:t>                       │</a:t>
            </a:r>
            <a:br/>
            <a:r>
              <a:t>                       ▼</a:t>
            </a:r>
            <a:br/>
            <a:r>
              <a:t>[ 3. Upstream Provider Egress ] ──► OpenAI / Anthropic / DeepSeek HA Failover</a:t>
            </a:r>
            <a:br/>
            <a:r>
              <a:t>                       │</a:t>
            </a:r>
            <a:br/>
            <a:r>
              <a:t>                       ▼</a:t>
            </a:r>
            <a:br/>
            <a:r>
              <a:t>[ 4. Observability &amp; Evals ]   ──► OpenTelemetry Spans + Golden Datasets + Control Panel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04 / PRODUCT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16-Module Core Engine Capability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EvalMesh | AI Gateway for Secure &amp; Reliable Agent Deployment   •   Slide 5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48072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✅ PII DLP Redactor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Redacts Emails, SSNs, Credit Cards, IPs inline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148072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64592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✅ Prompt Injection WAF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Blocks jailbreak signatures &amp; system overrides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5148072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✅ Tool RBAC Enforcer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Restricts API tool execution by agent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743200"/>
            <a:ext cx="5148072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83464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✅ Cost Circuit Breaker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Terminates runaway loops at depth &gt; 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148072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✅ Semantic Cache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Serves 80%+ similar prompts in &lt;5ms @ $0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5148072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02336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✅ Smart Cost Router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Downgrades simple prompts to 15x cheaper GPT-4o-mini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5148072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1208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✅ HA Provider Failover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Auto-routes to Anthropic during OpenAI outages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120640"/>
            <a:ext cx="5148072" cy="105156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521208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✅ Auto-Healing Retries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Self-corrects malformed JSON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05 / ENTERPRISE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Enterprise Compliance &amp; Governance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EvalMesh | AI Gateway for Secure &amp; Reliable Agent Deployment   •   Slide 6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777240"/>
          </a:xfrm>
          <a:prstGeom prst="roundRect">
            <a:avLst/>
          </a:prstGeom>
          <a:solidFill>
            <a:srgbClr val="111827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🛡️ SOC 2 Type II:  SHA-256 tamper-proof audit trail log exporter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725912" cy="777240"/>
          </a:xfrm>
          <a:prstGeom prst="roundRect">
            <a:avLst/>
          </a:prstGeom>
          <a:solidFill>
            <a:srgbClr val="111827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🔒 GDPR Compliance:  In-line data minimization &amp; right-to-be-forgotten cleaner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725912" cy="777240"/>
          </a:xfrm>
          <a:prstGeom prst="roundRect">
            <a:avLst/>
          </a:prstGeom>
          <a:solidFill>
            <a:srgbClr val="111827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🏥 HIPAA BAA Ready:  Scrubs Medical Record Numbers (MRN) &amp; health identifiers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725912" cy="777240"/>
          </a:xfrm>
          <a:prstGeom prst="roundRect">
            <a:avLst/>
          </a:prstGeom>
          <a:solidFill>
            <a:srgbClr val="111827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🔑 SAML 2.0 / SSO:  Validates Okta &amp; Auth0 enterprise identity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725912" cy="777240"/>
          </a:xfrm>
          <a:prstGeom prst="roundRect">
            <a:avLst/>
          </a:prstGeom>
          <a:solidFill>
            <a:srgbClr val="111827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☸️ Kubernetes Gateway:  HPA autoscaling deployment spec (k8s-deployment.yaml)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06 /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Market Opportunity: $50B AI Infrastructure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EvalMesh | AI Gateway for Secure &amp; Reliable Agent Deployment   •   Slide 7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19272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</a:defRPr>
            </a:pPr>
            <a:r>
              <a:t>$50 Billion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Total Addressable Market (TAM)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Enterprise AI security, governance, and infrastructure proxy sidecars by 2028.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319272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</a:defRPr>
            </a:pPr>
            <a:r>
              <a:t>400% YoY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AI Agent Adoption Growth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Over 80% of Fortune 500 enterprises are deploying autonomous AI agents in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319272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</a:defRPr>
            </a:pPr>
            <a:r>
              <a:t>60-90% ROI</a:t>
            </a:r>
          </a:p>
          <a:p>
            <a:br/>
            <a:pPr>
              <a:defRPr sz="1600" b="1">
                <a:solidFill>
                  <a:srgbClr val="FFFFFF"/>
                </a:solidFill>
              </a:defRPr>
            </a:pPr>
            <a:r>
              <a:t>Direct API Dollar Savings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EvalMesh pays for itself instantly via semantic prompt caching &amp; cost routing.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07 / MONETIZATION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Model &amp; Tiered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EvalMesh | AI Gateway for Secure &amp; Reliable Agent Deployment   •   Slide 8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45720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0A5FA"/>
                </a:solidFill>
              </a:defRPr>
            </a:pPr>
            <a:r>
              <a:t>Starter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$0 / mo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100k req/mo</a:t>
            </a:r>
            <a:br/>
            <a:r>
              <a:t>PII Redactor</a:t>
            </a:r>
            <a:br/>
            <a:r>
              <a:t>Prompt WAF</a:t>
            </a:r>
            <a:br/>
            <a:r>
              <a:t>Web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14600" cy="45720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4D399"/>
                </a:solidFill>
              </a:defRPr>
            </a:pPr>
            <a:r>
              <a:t>Pro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$49 / mo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1M req/mo</a:t>
            </a:r>
            <a:br/>
            <a:r>
              <a:t>Semantic Cache</a:t>
            </a:r>
            <a:br/>
            <a:r>
              <a:t>Smart Cost Router</a:t>
            </a:r>
            <a:br/>
            <a:r>
              <a:t>Auto-Healing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514600" cy="45720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84FC"/>
                </a:solidFill>
              </a:defRPr>
            </a:pPr>
            <a:r>
              <a:t>Team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$299 / mo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10M req/mo</a:t>
            </a:r>
            <a:br/>
            <a:r>
              <a:t>OTel Exporter</a:t>
            </a:r>
            <a:br/>
            <a:r>
              <a:t>Multi-Model Router</a:t>
            </a:r>
            <a:br/>
            <a:r>
              <a:t>Priority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54480"/>
            <a:ext cx="2514600" cy="45720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F0FF"/>
                </a:solidFill>
              </a:defRPr>
            </a:pPr>
            <a:r>
              <a:t>Enterprise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Custom</a:t>
            </a:r>
          </a:p>
          <a:p>
            <a:br/>
            <a:pPr>
              <a:defRPr sz="1400" b="1">
                <a:solidFill>
                  <a:srgbClr val="FFFFFF"/>
                </a:solidFill>
              </a:defRPr>
            </a:pPr>
            <a:r>
              <a:t>Unlimited req</a:t>
            </a:r>
            <a:br/>
            <a:r>
              <a:t>Dedicated VPC</a:t>
            </a:r>
            <a:br/>
            <a:r>
              <a:t>SLA Guarantee</a:t>
            </a:r>
            <a:br/>
            <a:r>
              <a:t>24/7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08 / TRACTION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Production Readiness: 100% Operational 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EvalMesh | AI Gateway for Secure &amp; Reliable Agent Deployment   •   Slide 9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SYSTEM-WIDE AUTOMATED TEST SUITE: 16/16 CHECKS PASSED (100%)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 • Live Investor Demo Script : python live_demo.py</a:t>
            </a:r>
            <a:br/>
            <a:r>
              <a:t> • 16-Module Audit Suite     : python -m evalmesh.verify_all</a:t>
            </a:r>
            <a:br/>
            <a:r>
              <a:t> • Open-Source GitHub Repo   : https://github.com/deswanth12/EvalMesh</a:t>
            </a:r>
            <a:br/>
            <a:r>
              <a:t> • Interactive Web Dashboard : http://localhost:8000</a:t>
            </a:r>
            <a:br/>
            <a:r>
              <a:t> • Docker &amp; k8s Deployment   : Dockerfile &amp; k8s-deployment.yaml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10 / VISION &amp;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Join the Future of AI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2E8F0"/>
                </a:solidFill>
              </a:defRPr>
            </a:pPr>
            <a:r>
              <a:t>EvalMesh | AI Gateway for Secure &amp; Reliable Agent Deployment   •   Slide 10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60152" cy="45720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4457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Deploy AI Agents with Zero Friction</a:t>
            </a:r>
          </a:p>
          <a:p>
            <a:pPr>
              <a:defRPr sz="2200" b="1">
                <a:solidFill>
                  <a:srgbClr val="00F0FF"/>
                </a:solidFill>
              </a:defRPr>
            </a:pPr>
            <a:r>
              <a:t>EvalMesh — AI Gateway for Secure &amp; Reliable Agent Deployment</a:t>
            </a:r>
          </a:p>
          <a:p>
            <a:br/>
            <a:pPr>
              <a:defRPr sz="1600">
                <a:solidFill>
                  <a:srgbClr val="FFFFFF"/>
                </a:solidFill>
              </a:defRPr>
            </a:pPr>
            <a:r>
              <a:t>GitHub Repository : https://github.com/deswanth12/EvalMesh</a:t>
            </a:r>
            <a:br/>
            <a:r>
              <a:t>Live Dashboard    : http://localhost:8000</a:t>
            </a:r>
            <a:br/>
            <a:r>
              <a:t>Contact Email     : founder@evalmesh.io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